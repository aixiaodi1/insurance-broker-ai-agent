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公开证据口径下的热销医疗险 Top5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75569"/>
                </a:solidFill>
                <a:latin typeface="Microsoft YaHei"/>
              </a:defRPr>
            </a:pPr>
            <a:r>
              <a:t>个人商业百万医疗/互联网医疗险市场研究，不构成投保建议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743200"/>
            <a:ext cx="34747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2743200"/>
            <a:ext cx="73152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核心口径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337560"/>
            <a:ext cx="31089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没有公开单品真实销量表；本报告采用公开用户规模、渠道覆盖、官方升级和材料可得性作为热销代理。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743200"/>
            <a:ext cx="34747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2743200"/>
            <a:ext cx="73152" cy="13258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输出对象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337560"/>
            <a:ext cx="31089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尊享e生、好医保、蓝医保、平安e生保、微医保系列。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2743200"/>
            <a:ext cx="34747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7888" y="2743200"/>
            <a:ext cx="73152" cy="13258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研究日期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337560"/>
            <a:ext cx="31089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2026-06-04；资料以后续官方披露为准。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t>提示：Top5为公开证据代理排序，不是内部销量排名。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方法论：把“卖得最多”转成可复核代理指标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17320"/>
            <a:ext cx="3429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1. 公开规模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累计服务用户、客户数、赔付规模等公开披露优先。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417320"/>
            <a:ext cx="3429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417320"/>
            <a:ext cx="73152" cy="13258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002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2. 渠道覆盖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支付宝、微信、平安、太保、众安等渠道或品牌触达。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1417320"/>
            <a:ext cx="3429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417320"/>
            <a:ext cx="73152" cy="13258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3. 持续在售/升级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2025-2026 仍有官方升级、产品页或条款更新。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91839"/>
            <a:ext cx="3429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291839"/>
            <a:ext cx="73152" cy="13258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4. 官方材料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有条款、产品页、承保方或官方新闻可回溯。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3291839"/>
            <a:ext cx="3429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3291839"/>
            <a:ext cx="73152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4747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5. 风险控制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886200"/>
            <a:ext cx="3063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不输出购买建议，只做B端市场研究。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Top5 结论矩阵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按公开证据强度与热销代理信号排序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Microsoft YaHei"/>
              </a:defRPr>
            </a:pPr>
            <a:r>
              <a:t>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Microsoft YaHei"/>
              </a:defRPr>
            </a:pPr>
            <a:r>
              <a:t>产品/系列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234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Microsoft YaHei"/>
              </a:defRPr>
            </a:pPr>
            <a:r>
              <a:t>承保/平台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Microsoft YaHei"/>
              </a:defRPr>
            </a:pPr>
            <a:r>
              <a:t>为什么像热销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Microsoft YaHei"/>
              </a:defRPr>
            </a:pPr>
            <a:r>
              <a:t>证据等级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45920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众安尊享e生系列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645920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众安在线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645920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公开累计服务用户超7200万，百万医疗老牌产品线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1645920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S3主流媒体规模证据 + S1公开产品材料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96312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96312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好医保长期医疗旗舰版/2025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496312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人保健康 + 蚂蚁保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496312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蚂蚁保强渠道 + 人保健康承保 + 长期医疗持续升级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496312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S3主流媒体产品升级证据 + S2平台/承保方信号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46704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46704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蓝医保长期医疗/好医好药版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346704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太平洋健康险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46704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太保健康主推互联网医疗险，2026继续升级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346704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S2官方升级公告 + S3主流媒体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97096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197096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平安e生保百万医疗2026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197096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平安健康险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197096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平安健康险热销产品线，e生保系列服务客户规模公开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4197096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S1官方产品页 + S3主流媒体规模证据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47488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047488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腾讯微保微医保系列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047488"/>
            <a:ext cx="1920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腾讯微保平台 + 多承保方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5047488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平台型医疗险矩阵，公开超1700万用户健康保障服务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5047488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Microsoft YaHei"/>
              </a:defRPr>
            </a:pPr>
            <a:r>
              <a:t>S3公开用户规模证据 + S1条款样本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01 众安尊享e生系列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众安在线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234440"/>
            <a:ext cx="45720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0" y="1234440"/>
            <a:ext cx="73152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入选理由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公开累计服务用户超7200万，百万医疗老牌产品线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234440"/>
            <a:ext cx="44348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1234440"/>
            <a:ext cx="73152" cy="1463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417320"/>
            <a:ext cx="4069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证据强度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4069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S3主流媒体规模证据 + S1公开产品材料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55778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73152" cy="19202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5212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为什么卖得动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• 公开用户规模证据最强</a:t>
            </a:r>
            <a:br/>
            <a:r>
              <a:t>• 互联网百万医疗代表性产品</a:t>
            </a:r>
            <a:br/>
            <a:r>
              <a:t>• 产品迭代多年，渠道认知度高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880360"/>
            <a:ext cx="4846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880360"/>
            <a:ext cx="73152" cy="19202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063240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关键来源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74720"/>
            <a:ext cx="44805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中国证券网/上海证券报：尊享e生9年累计服务用户超7200万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t>研究提示：这里是市场热度判断，不代表适合任何具体个人购买。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02 好医保长期医疗旗舰版/2025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人保健康 + 蚂蚁保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234440"/>
            <a:ext cx="45720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0" y="1234440"/>
            <a:ext cx="73152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入选理由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蚂蚁保强渠道 + 人保健康承保 + 长期医疗持续升级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234440"/>
            <a:ext cx="44348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1234440"/>
            <a:ext cx="73152" cy="1463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417320"/>
            <a:ext cx="4069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证据强度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4069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S3主流媒体产品升级证据 + S2平台/承保方信号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55778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73152" cy="19202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5212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为什么卖得动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• 平台触达强，用户认知度高</a:t>
            </a:r>
            <a:br/>
            <a:r>
              <a:t>• 长期医疗形态持续升级</a:t>
            </a:r>
            <a:br/>
            <a:r>
              <a:t>• 成人/中老年/少儿产品矩阵覆盖广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880360"/>
            <a:ext cx="4846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880360"/>
            <a:ext cx="73152" cy="19202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063240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关键来源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74720"/>
            <a:ext cx="44805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中国经济网：人保健康联合蚂蚁保推出旗舰版、2025版升级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t>研究提示：这里是市场热度判断，不代表适合任何具体个人购买。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03 蓝医保长期医疗/好医好药版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太平洋健康险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234440"/>
            <a:ext cx="45720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0" y="1234440"/>
            <a:ext cx="73152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入选理由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太保健康主推互联网医疗险，2026继续升级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234440"/>
            <a:ext cx="44348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1234440"/>
            <a:ext cx="73152" cy="1463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417320"/>
            <a:ext cx="4069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证据强度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4069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S2官方升级公告 + S3主流媒体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55778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73152" cy="19202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5212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为什么卖得动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• 官方持续升级信号明确</a:t>
            </a:r>
            <a:br/>
            <a:r>
              <a:t>• 好医好药版强化院外药与服务</a:t>
            </a:r>
            <a:br/>
            <a:r>
              <a:t>• 品牌和渠道曝光度高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880360"/>
            <a:ext cx="4846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880360"/>
            <a:ext cx="73152" cy="19202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063240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关键来源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74720"/>
            <a:ext cx="44805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太平洋保险官网/新华网：2026蓝医保与好医好药版升级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t>研究提示：这里是市场热度判断，不代表适合任何具体个人购买。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04 平安e生保百万医疗2026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平安健康险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234440"/>
            <a:ext cx="45720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0" y="1234440"/>
            <a:ext cx="73152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入选理由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平安健康险热销产品线，e生保系列服务客户规模公开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234440"/>
            <a:ext cx="44348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1234440"/>
            <a:ext cx="73152" cy="1463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417320"/>
            <a:ext cx="4069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证据强度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4069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S1官方产品页 + S3主流媒体规模证据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55778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73152" cy="19202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5212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为什么卖得动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• 平安品牌和健康险渠道优势</a:t>
            </a:r>
            <a:br/>
            <a:r>
              <a:t>• 官方产品页持续展示</a:t>
            </a:r>
            <a:br/>
            <a:r>
              <a:t>• 系列累计服务与赔付规模公开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880360"/>
            <a:ext cx="4846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880360"/>
            <a:ext cx="73152" cy="19202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063240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关键来源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74720"/>
            <a:ext cx="44805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平安官网/央广网/新浪财经：e生保2026与系列服务规模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t>研究提示：这里是市场热度判断，不代表适合任何具体个人购买。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05 腾讯微保微医保系列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腾讯微保平台 + 多承保方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7400" y="1234440"/>
            <a:ext cx="45720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0" y="1234440"/>
            <a:ext cx="73152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入选理由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平台型医疗险矩阵，公开超1700万用户健康保障服务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234440"/>
            <a:ext cx="443484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95160" y="1234440"/>
            <a:ext cx="73152" cy="1463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417320"/>
            <a:ext cx="4069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证据强度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4069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S3公开用户规模证据 + S1条款样本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80360"/>
            <a:ext cx="55778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73152" cy="19202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5212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为什么卖得动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5212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• 微信生态渠道触达强</a:t>
            </a:r>
            <a:br/>
            <a:r>
              <a:t>• 微医保品牌矩阵化</a:t>
            </a:r>
            <a:br/>
            <a:r>
              <a:t>• 2026系列升级信号明确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880360"/>
            <a:ext cx="4846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880360"/>
            <a:ext cx="73152" cy="19202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063240"/>
            <a:ext cx="4480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关键来源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74720"/>
            <a:ext cx="44805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投资界/中证网/凤凰网/泰康在线：微医保用户规模、升级与条款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Microsoft YaHei"/>
              </a:defRPr>
            </a:pPr>
            <a:r>
              <a:t>研究提示：这里是市场热度判断，不代表适合任何具体个人购买。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已固化为可复用 Tool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75569"/>
                </a:solidFill>
                <a:latin typeface="Microsoft YaHei"/>
              </a:defRPr>
            </a:pPr>
            <a:r>
              <a:t>1. 定义范围：个人商业百万医疗/互联网医疗险，排除基本医保和惠民保</a:t>
            </a:r>
            <a:br/>
            <a:r>
              <a:t>2. 收集候选：官方材料、承保方/平台公告、主流财经媒体、第三方弱信号</a:t>
            </a:r>
            <a:br/>
            <a:r>
              <a:t>3. 证据分级：S1官方条款/页面，S2官方公告，S3主流媒体，S5第三方榜单</a:t>
            </a:r>
            <a:br/>
            <a:r>
              <a:t>4. 代理排序：公开规模 &gt; 渠道覆盖 &gt; 近期升级 &gt; 官方材料可得性</a:t>
            </a:r>
            <a:br/>
            <a:r>
              <a:t>5. 产出：TopN矩阵、单品理由、限制说明、来源附录和PPT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89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Tool spec: docs/tools/medical-insurance-market-research-tool.md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来源附录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用于验证公开规模、产品升级、官方材料或条款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[1] 中国证券网/上海证券报：https://www.cnstock.com/commonDetail/15491</a:t>
            </a:r>
            <a:br/>
            <a:br/>
            <a:r>
              <a:t>[2] 中国经济网：https://finance.ce.cn/insurance1/scrollnews/202404/01/t20240401_38955106.shtml</a:t>
            </a:r>
            <a:br/>
            <a:br/>
            <a:r>
              <a:t>[3] 中国经济网：https://finance.ce.cn/insurance1/scrollnews/202506/t20250619_2333272.shtml</a:t>
            </a:r>
            <a:br/>
            <a:br/>
            <a:r>
              <a:t>[4] 太平洋保险官网：https://www.cpic.com.cn/c/2025-12-22/1879211.shtml</a:t>
            </a:r>
            <a:br/>
            <a:br/>
            <a:r>
              <a:t>[5] 新华网：https://app.xinhuanet.com/news/article.html?articleId=1e65036fae09c4e9d2518311ca553cbe</a:t>
            </a:r>
            <a:br/>
            <a:br/>
            <a:r>
              <a:t>[6] 平安官网：https://www.pingan.com/official/new-product/MNg%3D%3D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来源附录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用于验证公开规模、产品升级、官方材料或条款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[7] 央广网：https://finance.cnr.cn/zghq/20260601/t20260601_527643499.shtml</a:t>
            </a:r>
            <a:br/>
            <a:br/>
            <a:r>
              <a:t>[8] 新浪财经：https://finance.sina.cn/2025-12-01/detail-infzikpw2840678.d.html</a:t>
            </a:r>
            <a:br/>
            <a:br/>
            <a:r>
              <a:t>[9] 投资界：https://news.pedaily.cn/20230531/59420.shtml</a:t>
            </a:r>
            <a:br/>
            <a:br/>
            <a:r>
              <a:t>[10] 中证网：https://cs.com.cn/bx/202408/t20240816_6432188.html</a:t>
            </a:r>
            <a:br/>
            <a:br/>
            <a:r>
              <a:t>[11] 凤凰网：https://finance.ifeng.com/c/8sOlDKUhUZ7</a:t>
            </a:r>
            <a:br/>
            <a:br/>
            <a:r>
              <a:t>[12] 泰康在线条款：https://policy.taikang.com/tkcms/article/70749b9f1139b82735dfefd5c2ccd8fa.pdf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